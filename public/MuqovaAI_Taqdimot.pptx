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ect">
            <a:avLst>
              <a:gd name="adj" fmla="val 3750"/>
            </a:avLst>
          </a:prstGeom>
          <a:solidFill>
            <a:srgbClr val="161E31"/>
          </a:solidFill>
          <a:ln w="1905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515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SUN'IY INTELLEKT VA NASHRIYOT INNOVATSIYASI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2402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Sun'iy intellekt asosida professional kitob muqovalarini avtomatlashtirilgan yaratish va tahrirlash platformasi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694944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017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Muallif: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Anvarova Xurshidabonu Xamidillayevna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Onlayn platforma: </a:t>
            </a:r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https://muqova-ai.vercel.app  |  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Yil: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2971800"/>
            <a:ext cx="2377440" cy="292608"/>
          </a:xfrm>
          <a:prstGeom prst="rect">
            <a:avLst>
              <a:gd name="adj" fmla="val 25000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2971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1 daqiqada 3 xil variant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0" y="3337560"/>
            <a:ext cx="2377440" cy="292608"/>
          </a:xfrm>
          <a:prstGeom prst="rect">
            <a:avLst>
              <a:gd name="adj" fmla="val 25000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300 DPI Press-Ready PDF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3703320"/>
            <a:ext cx="2377440" cy="292608"/>
          </a:xfrm>
          <a:prstGeom prst="rect">
            <a:avLst>
              <a:gd name="adj" fmla="val 25000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AI Remaster &amp; Online Editor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BOZOR TAHLILI VA DOLZARBLIK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An'anaviy nashriyot va kitob dizaynidagi 4 ta asosiy to'siq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Bugungi kunda har bir nashriyot va mustaqil muallif duch kelayotgan tizimli muammolar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74904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6733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Uzoq muddat (Byurokratiya)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965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dona muqova yaratish 7 kundan 20 kungacha cho'ziladi. Dizayner bilan uzoq davom etuvchi muzokaralar kitob chop etilishini oylab kechiktiradi.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16733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Yuqori moliyaviy xarajat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965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rassom-dizayner xizmati bitta muqova uchun $50 dan $250 gacha baholanadi. Yosh mualliflar va kichik nashriyotlar uchun bu og'ir iqtisodiy yuk.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74904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09067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Bosmaxona texnik xatolari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 qalinligi (spine), 3mm qirqish chegarasi (bleed) va CMYK ranglar noto'g'ri o'lchansa, bosmaxonada butun tiraj yaroqsiz bo'lib chiqadi.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374904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03520" y="309067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Cheklangan variantlar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Dizaynerlar odatda 1-2 ta eskiz bilan cheklanishadi. Muallif o'z tasavvuridagi badiiy falsafani qisqa fursatda to'liq solishtirib ko'ra olmaydi.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4251960"/>
            <a:ext cx="7680960" cy="411480"/>
          </a:xfrm>
          <a:prstGeom prst="rect">
            <a:avLst>
              <a:gd name="adj" fmla="val 17778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519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Xulosa: O'rtacha kutish: 14 kun | Bitta muqova narxi: $150+ | Xatoliklar tufayli qayta bosish: ~18%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INNOVATSION YECHIM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— Nashriyot sohasida generativ AI inqilobi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Inson ijodi va sun'iy intellekt tezligini birlashtirgan avtomatlashtirilgan platforma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7680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Taqqoslash mezoni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An'anaviy usul (Rassom)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MuqovaAI platformasi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⏱️ Yaratilish vaqti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7 - 14 kun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45 - 60 soniya (100x tezroq)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🎨 Variantlar xilma-xilligi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1 - 2 ta qoralama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ta parallel uslub (A, B, 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💵 O'rtacha tannarx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$50 - $250 / dona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$0.05 - $0.20 (99% tejamkorlik)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📐 Bosmaxona andozasi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Qo'lda hisoblash (xatolar ko'p)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Avtomatik Spine &amp; Bleed kalkulyatori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✏️ Tahrirlash imkoniyati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Qayta buyurtma berish shart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Jonli Online Canvas Editor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4069080"/>
            <a:ext cx="7680960" cy="594360"/>
          </a:xfrm>
          <a:prstGeom prst="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0690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Asosiy yutuq: Muallif bir necha daqiqada o'z kitobi uchun professional, bosmaga to'liq tayyor muqovani tanlaydi, tahrirlaydi va eksport qiladi.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DIZAYN FALSAFASI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kitob uchun 3 xil tahliliy yo'nalish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Sun'iy intellekt kitob syujetini chuqur tahlil qilib, 3 xil maqsadli auditoriya uchun variant taklif qiladi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2423160" cy="31089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45920"/>
            <a:ext cx="1097280" cy="256032"/>
          </a:xfrm>
          <a:prstGeom prst="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45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9842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Minimalist &amp; Simvolik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Markaziy bitta ramz, aniq lakonik chiziqlar, toza fazo va shveytsar tipografiyasi.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2148840" cy="502920"/>
          </a:xfrm>
          <a:prstGeom prst="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729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 keladi: Biznes, psixologiya, ilmiy ommabop va intellektual asarlar.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8680" y="3749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Keraksiz shovqinsiz toza dizayn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Aniq metaforik ramz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Kitob do'konida darhol ko'zga tashlanuvchi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83280" y="1508760"/>
            <a:ext cx="2423160" cy="31089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645920"/>
            <a:ext cx="1097280" cy="256032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645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B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20440" y="19842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Badiiy &amp; Atmosferali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 ranglar palitrasi, dramatizm, his-tuyg'ular uyg'otuvchi illustratsiya va yorug'lik o'yinlari.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3154680"/>
            <a:ext cx="2148840" cy="502920"/>
          </a:xfrm>
          <a:prstGeom prst="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1729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 keladi: Badiiy nasr, romanlar, qissalar, drama va lirik poeziya.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0440" y="3749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Chuqur emotsional bog'lanish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Jonli personaj yoki muhit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Kinematografik yoritish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1508760"/>
            <a:ext cx="2423160" cy="31089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645920"/>
            <a:ext cx="1097280" cy="256032"/>
          </a:xfrm>
          <a:prstGeom prst="rect">
            <a:avLst>
              <a:gd name="adj" fmla="val 21429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645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19842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Konseptual &amp; Metaforik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Syujetning yashirin qatlamlari, falsafiy assotsiatsiyalar va nostandart vizual sintez.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3154680"/>
            <a:ext cx="2148840" cy="502920"/>
          </a:xfrm>
          <a:prstGeom prst="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1729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 keladi: Falsafa, fantastika, innovatsiya va zamonaviy tafakkur kitoblari.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72200" y="3749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Intellektual qiziqish uyg'otish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Ko'p qatlamli vizual jumboq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Zamonaviy san'at elementlari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GENERATIV AI TEXNOLOGIYALARI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ilg'or neyrotarmoqlar va prompt muhandisligi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Dunyoning eng kuchli rasm generatsiya qiluvchi sun'iy intellekt dvigatellari sintezi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768096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18488"/>
            <a:ext cx="1645920" cy="201168"/>
          </a:xfrm>
          <a:prstGeom prst="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184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DALL-E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06040" y="160020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GPT-Image-2.5 (Flare &amp; Sunburst)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2026-yilgi eng yangi OpenAI arxitekturasi. O'ta yuqori fotorealizm, yorug'lik va hajm aniqligi, mayda detallar va teksturalarni mukammal chizish qobiliyati.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94960" y="185623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Sunburst: Maksimal badiiy tafsilotlar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Flare: Ultra-tez generatsiya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1024x1792 yuqori vertikal format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768096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670048"/>
            <a:ext cx="1645920" cy="201168"/>
          </a:xfrm>
          <a:prstGeom prst="rect">
            <a:avLst>
              <a:gd name="adj" fmla="val 22727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6700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WEIGHTS DIFFUSION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06040" y="26517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FLUX.1 Schnell &amp; Dev (Black Forest Labs)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926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Zamonaviy diffuziya transformatorlari (DiT) asosidagi ilg'or model. Nostandart kompozitsiyalar va murakkab badiiy abstraksiyalar yaratishda dunyoda tengsiz.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94960" y="290779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Yuqori tezlikdagi inferens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Ranglar gammasi tabiiyligi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Kengaytirilgan stilizatsiya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768096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721608"/>
            <a:ext cx="1645920" cy="201168"/>
          </a:xfrm>
          <a:prstGeom prst="rect">
            <a:avLst>
              <a:gd name="adj" fmla="val 22727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21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UZBEK TO AI TRANSLATION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06040" y="37033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Intellektual Prompt Engineering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9776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 tilida kiritilgan kitob mazmuni va janrini avtomatik tahlil qilib, generativ neyrotarmoqlar uchun eng samarali professional inglizcha promptga aylantiradi.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94960" y="395935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Janr va kayfiyatni avtomatik aniqlash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300 DPI va Press-Ready direktivalari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Ortiqcha matn va artefaktlardan tozalash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INNOVATSION FUNKSIONAL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Remaster &amp; Redesign: Eski kitoblarga yangi hayot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Klassik va nodir kitoblarning ma'naviy mohiyatini saqlagan holda zamonaviy nashr talablariga moslash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749040" cy="310896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Yangilash jarayoni (Workflow)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057400"/>
            <a:ext cx="3383280" cy="502920"/>
          </a:xfrm>
          <a:prstGeom prst="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848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Skaner qilingan eski muqovani yuklash (JPG/PNG)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3383280" cy="502920"/>
          </a:xfrm>
          <a:prstGeom prst="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791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Vision tasvirdagi ranglar, kompozitsiya va asosiy ramzlarni tahlil qiladi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3383280" cy="502920"/>
          </a:xfrm>
          <a:prstGeom prst="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735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Asar kontekstini saqlagan holda zamonaviy badiiy stilizatsiya qo'shiladi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4400" y="3840480"/>
            <a:ext cx="3383280" cy="502920"/>
          </a:xfrm>
          <a:prstGeom prst="rect">
            <a:avLst>
              <a:gd name="adj" fmla="val 10909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679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Bir necha soniyada 3 ta yangi avlod muqova varianti yaratiladi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3749040" cy="310896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Amaliy qiymati va Natijasi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3383280" cy="685800"/>
          </a:xfrm>
          <a:prstGeom prst="rect">
            <a:avLst>
              <a:gd name="adj" fmla="val 10667"/>
            </a:avLst>
          </a:prstGeom>
          <a:solidFill>
            <a:srgbClr val="F5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1031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Klassik asarlarni qayta tiriltirish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8348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Yosh avlod e'tiborini tortadigan zamonaviy vizual ko'rinish berish.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3383280" cy="685800"/>
          </a:xfrm>
          <a:prstGeom prst="rect">
            <a:avLst>
              <a:gd name="adj" fmla="val 10667"/>
            </a:avLst>
          </a:prstGeom>
          <a:solidFill>
            <a:srgbClr val="F5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va kutubxonalarni raqamlashtirish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Tarixiy nashrlarni yuqori sifatli (HD) bosma formatga keltirish.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3611880"/>
            <a:ext cx="3383280" cy="685800"/>
          </a:xfrm>
          <a:prstGeom prst="rect">
            <a:avLst>
              <a:gd name="adj" fmla="val 10667"/>
            </a:avLst>
          </a:prstGeom>
          <a:solidFill>
            <a:srgbClr val="F5F3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657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raqobatbardoshligi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Jahondagi bestseller kitoblar bilan yonma-yon tura oladigan estetik daraja.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| POLIGRAFIYA STANDARTLARI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Matematik aniqlikdagi muqova muhandisligi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Raqamli dizayndan to'g'ridan-to'g'ri bosmaxonaga (Press-Ready Standards)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7680960" cy="1005840"/>
          </a:xfrm>
          <a:prstGeom prst="rect">
            <a:avLst>
              <a:gd name="adj" fmla="val 9091"/>
            </a:avLst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UMURTQA QALINLIGI (SPINE THICKNESS) MATEMATIK FORMULASI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 = (Sahifalar soni ÷ 2) × Qog'oz qalinligi (mm) + Muqova karton omili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Masalan: 320 betlik kitob, 80 g/m² ofset qog'oz (0.10mm) = 16.0 mm qalinlik avtomatik hisoblanadi.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2423160" cy="196596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88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Avtomatik Spine Kalkulyatori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Sahifalar soni va qog'oz zichligiga (80, 100, 120 g/m²) qarab muqova orqa umurtqasini 0.1 mm aniqlikda shakllantiradi.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83280" y="2651760"/>
            <a:ext cx="2423160" cy="196596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788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mm Qirqish chegarasi (Bleed)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6118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Bosmaxona pichog'i xatosiz qirqishi uchun har tomondan xavfsiz 3 mm poligrafiya maydoni qoldiriladi.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2651760"/>
            <a:ext cx="2423160" cy="196596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788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 va 300 DPI Aniqlik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36118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Ekranda ko'ringan yorqin ranglar qog'ozda o'zgarmasligi uchun rang profili va bosma piksellar zichligi to'liq ta'minlanadi.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| MOSLASHUVCHANLIK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Interaktiv Canvas Editor: Har bir detal muallif nazoratida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yaratgan rasm ustiga professional tipografiya va kompozitsiya elementlarini joylashtirish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74904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45920"/>
            <a:ext cx="457200" cy="320040"/>
          </a:xfrm>
          <a:prstGeom prst="rect">
            <a:avLst>
              <a:gd name="adj" fmla="val 17143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45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673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 variant orasida erkin almashish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17320" y="2011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Foydalanuvchi Variant A, B yoki C ni bir klik bilan tahrirlash stoliga yuklab, natijasini solishtirishi mumkin.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374904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645920"/>
            <a:ext cx="457200" cy="320040"/>
          </a:xfrm>
          <a:prstGeom prst="rect">
            <a:avLst>
              <a:gd name="adj" fmla="val 17143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645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1673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Dinamik tipografiya boshqaruvi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49240" y="2011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Kitob nomi, muallif ismi, janr va shior matnlarining shrifti, o'lchami, oraliq masofasi va ranglarini erkin sozlash.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971800"/>
            <a:ext cx="374904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108960"/>
            <a:ext cx="457200" cy="320040"/>
          </a:xfrm>
          <a:prstGeom prst="rect">
            <a:avLst>
              <a:gd name="adj" fmla="val 17143"/>
            </a:avLst>
          </a:prstGeom>
          <a:solidFill>
            <a:srgbClr val="EE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136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Qatlamlar, gradient va hoshiyalar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1732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Yozuvlar o'qilishini yaxshilash uchun qora/oq gradient tushirish, tilla hoshiyalar va soya effektlari qo'shish.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374904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108960"/>
            <a:ext cx="457200" cy="320040"/>
          </a:xfrm>
          <a:prstGeom prst="rect">
            <a:avLst>
              <a:gd name="adj" fmla="val 17143"/>
            </a:avLst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3136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vaqtda 2D va 3D vizualizatsiya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4924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kiritilgan o'zgarishlar darhol kitob maketida ko'rinadi — kutilmagan kutilmaganliklarga o'rin qolmaydi.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| FOYDALANUVCHI TAJRIBASI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To'liq ekranda ko'rish va bosmaga tayyor eksport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Katta ekranda har bir pikselni tekshirish va ko'p formatli yuklab olish tizimi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2423160" cy="31089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45920"/>
            <a:ext cx="1645920" cy="228600"/>
          </a:xfrm>
          <a:prstGeom prst="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FULLSCREEN LIGHTBOX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Katta ekranda tekshirish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3774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Kartochka ustiga bosilganda yuqori aniqlikdagi modal oyna ochiladi. Klaviatura strelkalari (←, →) va Esc tugmasi orqali tezkor boshqaruv.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3520440"/>
            <a:ext cx="2148840" cy="82296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661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Darhol 'Online Editorda ochish' tugmasi mavjud.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83280" y="1508760"/>
            <a:ext cx="2423160" cy="31089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1645920"/>
            <a:ext cx="1645920" cy="228600"/>
          </a:xfrm>
          <a:prstGeom prst="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HIGH-RES PNG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20440" y="1965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Raqamli format (PNG)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23774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Veb-saytlar, elektron kitoblar (e-book, Amazon KDP, LitRes), ijtimoiy tarmoqlar va reklama bannerlari uchun mukammal aniqlik.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20440" y="3520440"/>
            <a:ext cx="2148840" cy="82296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5661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Hajmi: 1024x1792 px, tiniq va yorqin ranglar.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1508760"/>
            <a:ext cx="2423160" cy="31089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645920"/>
            <a:ext cx="1645920" cy="228600"/>
          </a:xfrm>
          <a:prstGeom prst="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PRESS-READY PDF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72200" y="1965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Poligrafiya PDF (300 DPI)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23774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Bosmaxonaga to'g'ridan-to'g'ri yuboriladigan 300 DPI parametrli, hisoblangan umurtqa va 3mm qirqish chegarasiga ega fayl.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3520440"/>
            <a:ext cx="2148840" cy="82296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5661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Standart: ISO bosma me'yorlariga to'la mos.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| ARXITEKTURA VA TEXNOLOGIYALAR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Zamonaviy, xavfsiz va yuqori tezlikdagi dasturiy ta'minot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dunyo standartlariga javob beruvchi ilg'or web-texnologiyalar asosida qurilgan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242316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&amp; Vite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Reaktiv Frontend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216712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so'nggi React versiyasi. Yuqori unumdorlik, lahzalik Hot Module Reload va 100/100 Lighthouse tezligi.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42316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45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Zamonaviy Dizayn Tizimi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20440" y="216712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avlod CSS dvigateli, yorug' (Light) va qorong'i (Dark) rejimlar, Glassmorphism effektlari.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42316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45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Canvas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 Renderlash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72200" y="216712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Brauzerda 300 DPI formatida real vaqtda matnlar, gradientlar va ramkalarni render qilish.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2971800"/>
            <a:ext cx="242316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&amp; FLUX REST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38328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Sun'iy Intellekt Modeli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6301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 modellarni xavfsiz chaqirish, prompt optimallashtirish va javoblarni oqimli qabul qilish.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2971800"/>
            <a:ext cx="242316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Edge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338328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Cloud Deploy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01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CDN, SSL xavfsizlik sertifikatlari va doimiy 99.9% uptime bilan ishlovchi server.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35040" y="2971800"/>
            <a:ext cx="2423160" cy="1325880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Klient Maxfiyligi (Zero-Leak)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38328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Xavfsizlik Arxitekturasi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72200" y="36301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kalitlar faqat foydalanuvchi brauzerida saqlanadi, begona serverlarga uzatilmaydi.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| AMALIY NATIJA VA SINOV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keys: "Atom Odatlari" kitobi muqovasi sinovi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Jeyms Klirning jahon bestselleri misolida platforma imkoniyatlarini to'liq sinovdan o'tkazish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pic>
        <p:nvPicPr>
          <p:cNvPr id="8" name="Image 0" descr="C:\Users\aabdu\.gemini\antigravity\brain\8a1ef124-3f0f-446b-841e-787a42264bb9\.user_uploaded\media_1791997178728_324d00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4389120" cy="301752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0" y="1508760"/>
            <a:ext cx="310896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Sinov Natijalari: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Generatsiya vaqti: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94944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soniya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0" y="23134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Yaratilgan variantlar: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949440" y="23134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 (A, B, C)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0" y="26609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Ruxsat etilgan sifat: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949440" y="26609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1024x1792 px HD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0" y="3008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Amaldagi dvigatel: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949440" y="3008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GPT-Image-2.5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86400" y="3355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Baholash darajasi: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949440" y="33558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 / 10 (Yuqori)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0" y="3749040"/>
            <a:ext cx="2743200" cy="640080"/>
          </a:xfrm>
          <a:prstGeom prst="rect">
            <a:avLst>
              <a:gd name="adj" fmla="val 11429"/>
            </a:avLst>
          </a:prstGeom>
          <a:solidFill>
            <a:srgbClr val="EEF2FF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Xulosa: Eski bir xil sariq muqovadan ko'ra atomik zarralar va odatlarning o'sishini aks ettirgan yangi konseptlar kitobxon diqqatini ancha kuchli tortadi.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| XULOSA VA KELAJAK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xulosasi va istiqbolli rivojlanish bosqichlari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O'zbekistonda nashriyot madaniyatini yangi texnologik bosqichga olib chiqadi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MuqovaAI • Anvarova Xurshidabonu Xamidillayevna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2423160" cy="210312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45920"/>
            <a:ext cx="1645920" cy="228600"/>
          </a:xfrm>
          <a:prstGeom prst="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BOSQICH 1 (AMALDA)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Platforma &amp; Vercel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 xil konseptual generatsiya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Remaster va Vision tahlil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Jonli Online Canvas Editor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Fullscreen ko'rish va 300 DPI eksport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2423160" cy="210312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45920"/>
            <a:ext cx="1645920" cy="228600"/>
          </a:xfrm>
          <a:prstGeom prst="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BOSQICH 2 (REJADA)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 Milliy Segmenti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3317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Milliy naqsh va ornamentlar bazasi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O'zbek adabiyoti uchun Fine-Tuned AI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QR-kodli audio-kitob muqovalari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 ilova (iOS / Android)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423160" cy="210312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645920"/>
            <a:ext cx="1645920" cy="228600"/>
          </a:xfrm>
          <a:prstGeom prst="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BOSQICH 3 (REJADA)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7220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Nashriyotlar Ekotizimi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23317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Bosmaxonalar bilan API integratsiya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Bir klikda chop etishga buyurtma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Mualliflik huquqini himoyalash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nashriyot korporativ obunasi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7680960" cy="868680"/>
          </a:xfrm>
          <a:prstGeom prst="rect">
            <a:avLst>
              <a:gd name="adj" fmla="val 10526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E'tiboringiz uchun rahmat!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206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muallifi: Anvarova Xurshidabonu Xamidillayevna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Platforma: https://muqova-ai.vercel.app  •  2026-yil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2011680" cy="457200"/>
          </a:xfrm>
          <a:prstGeom prst="rect">
            <a:avLst>
              <a:gd name="adj" fmla="val 16000"/>
            </a:avLst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muqova-ai.vercel.app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MuqovaAI Innovatsion Loyihasi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MuqovaAI — Taqdimot</dc:title>
  <dc:subject>PptxGenJS Presentation</dc:subject>
  <dc:creator>Anvarova Xurshidabonu Xamidillayevna</dc:creator>
  <cp:lastModifiedBy>Anvarova Xurshidabonu Xamidillayevna</cp:lastModifiedBy>
  <cp:revision>1</cp:revision>
  <dcterms:created xsi:type="dcterms:W3CDTF">2026-10-14T17:39:14Z</dcterms:created>
  <dcterms:modified xsi:type="dcterms:W3CDTF">2026-10-14T17:39:14Z</dcterms:modified>
</cp:coreProperties>
</file>